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33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Kanit Light" pitchFamily="2" charset="-34"/>
      <p:regular r:id="rId16"/>
      <p:italic r:id="rId17"/>
    </p:embeddedFont>
    <p:embeddedFont>
      <p:font typeface="Martel Sans" pitchFamily="2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38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5279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1168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4773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2480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5906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8389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4174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4852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9951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7012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4646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746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857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410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151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973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5445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663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0F7A8-3B64-0B4B-97BE-F7D114F1E7BB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5154D-FA1D-9246-9C88-BF564CC3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47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Иосиф Сталин, Николай Вознесенский и денежные реформы 1947 года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Послевоенное восстановление экономики СССР и роль денежной реформы 1947 года.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3744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Экономическое положение СССР после войны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9516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429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Разруха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20014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Разрушение инфраструктуры и сельского хозяйства.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19516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3429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Гиперинфляция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920014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Избыточная денежная масса из-за военных расходов.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69969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704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Нехватка товаров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9482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Дефицит товаров народного потребления.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376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503" y="3159681"/>
            <a:ext cx="7889558" cy="634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Роль Вознесенского в экономике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03" y="4133969"/>
            <a:ext cx="507444" cy="5074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99949" y="4098488"/>
            <a:ext cx="2847975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Председатель Госплана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499949" y="4537353"/>
            <a:ext cx="12340947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Разработка пятилетних планов.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03" y="5506641"/>
            <a:ext cx="507444" cy="5074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99949" y="5471160"/>
            <a:ext cx="2537698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Доверие Сталина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499949" y="5910024"/>
            <a:ext cx="12340947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Важная фигура в формировании экономической политики.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503" y="6879312"/>
            <a:ext cx="507444" cy="5074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99949" y="6843832"/>
            <a:ext cx="2537698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Централизация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1499949" y="7282696"/>
            <a:ext cx="12340947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Продвигал идеи рационального планирования.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rcRect b="6673"/>
          <a:stretch/>
        </p:blipFill>
        <p:spPr>
          <a:xfrm>
            <a:off x="283547" y="2279214"/>
            <a:ext cx="4919305" cy="384119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83261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Денежная реформа 1947 года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6280190" y="384548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365260" y="388798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3"/>
          <p:cNvSpPr/>
          <p:nvPr/>
        </p:nvSpPr>
        <p:spPr>
          <a:xfrm>
            <a:off x="7017306" y="3845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Обмен денег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017306" y="4335899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Обмен старых денег на новые (10:1).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10171867" y="384548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56937" y="388798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10908983" y="3845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Отмена карточек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908983" y="4335899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Упразднение карточной системы.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6280190" y="55436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65260" y="55861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1"/>
          <p:cNvSpPr/>
          <p:nvPr/>
        </p:nvSpPr>
        <p:spPr>
          <a:xfrm>
            <a:off x="7017306" y="5543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Новые цены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017306" y="603408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Пересмотр и стабилизация цен.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60419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Последствия реформы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Стабилизация рубля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Сокращение инфляции, улучшение финансовой системы.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33922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Недовольство населения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Потеря сбережений, удар по копившим средства.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9389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Контроль государства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Усиление власти над экономикой.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47092"/>
            <a:ext cx="5323880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Роль Сталина и Вознесенского</a:t>
            </a:r>
            <a:endParaRPr lang="en-US" sz="2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128963"/>
            <a:ext cx="737116" cy="8845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52005" y="327636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Сталин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752005" y="3595092"/>
            <a:ext cx="65982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Политический контроль, укрепление власти.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13478"/>
            <a:ext cx="737116" cy="8845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52005" y="416087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Вознесенский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1752005" y="4479608"/>
            <a:ext cx="65982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Подготовка и реализация реформы.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897993"/>
            <a:ext cx="737116" cy="8845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52005" y="504539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Трагичная судьба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1752005" y="5364123"/>
            <a:ext cx="65982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Арест и расстрел в 1950 году.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093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Заключение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5831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Стабилизация финансовой системы и дальнейшее развитие промышленности.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63927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Укрепление контроля государства над экономикой.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2573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Важный шаг на пути к восстановлению СССР.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187</Words>
  <Application>Microsoft Macintosh PowerPoint</Application>
  <PresentationFormat>Произвольный</PresentationFormat>
  <Paragraphs>51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Calibri Light</vt:lpstr>
      <vt:lpstr>Arial</vt:lpstr>
      <vt:lpstr>Kanit Light</vt:lpstr>
      <vt:lpstr>Martel Sans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Barista Newman</cp:lastModifiedBy>
  <cp:revision>2</cp:revision>
  <dcterms:created xsi:type="dcterms:W3CDTF">2025-03-25T12:28:26Z</dcterms:created>
  <dcterms:modified xsi:type="dcterms:W3CDTF">2025-03-25T12:30:01Z</dcterms:modified>
</cp:coreProperties>
</file>