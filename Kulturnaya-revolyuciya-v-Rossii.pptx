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Barlow" pitchFamily="2" charset="0"/>
      <p:regular r:id="rId10"/>
      <p:bold r:id="rId11"/>
    </p:embeddedFont>
    <p:embeddedFont>
      <p:font typeface="Barlow Medium" panose="020F0502020204030204" pitchFamily="34" charset="0"/>
      <p:regular r:id="rId12"/>
      <p: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31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B27CE-BA00-12F7-B017-B78DA1E9F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5661F7-0A64-37FB-19A8-340AD4D2A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F5C409-48CD-9232-731D-A04322BD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26A332-3B86-1514-3615-A6EFBD8F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B9251-5CE0-71E0-904C-6F9A1414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2513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498FA-2B03-F330-9836-058E1F5F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16D5A-51E2-492A-58B3-09D481A3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1B190-54F6-B4C6-5341-5723AEA9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A1295-2344-1CE7-2955-1D1BC237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27BAF2-1521-3439-9F03-27C867B4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332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7E565-3993-3CE5-F202-C649717C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0DFF5-3F48-09EA-FFBB-9DB8328A4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92B2D5-13D1-F804-035B-23B9A6CE3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6D1D60-658E-86E0-8765-99639635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EDA698-6043-0525-2193-7A7E5926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6782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42746-E43B-FAAE-6298-F213953B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217D59-C4B9-9269-977E-9614916EF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EAFF64-36B5-2720-910F-15DF6590B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152664-49FF-51D0-8390-D37AFEE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8AD3DE-9A4F-EC00-8CF5-5118AEF8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A3D6C-377C-2497-5496-1E8933E2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108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7EA9B-3D49-49DC-C372-3A46FF54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15CCF0-C8B2-69A4-905A-AC53F399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8CC3CD-0BFE-EA1B-531A-D599D582A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82DFDE-C433-CF7E-E2CD-82996FFB1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A45F22-A387-B765-7AB8-2E23F9AD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28530A-E0B7-5F13-FB7B-46D82761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DF8C6E-4472-D6FA-07AB-364012C0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A4FE8C-9431-B3AC-4077-990925B1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8293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7A371-CEF1-0163-61AC-58E203A0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CC0631-54CF-7345-94F3-E940C0F3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3A1066-1976-C50A-04C0-7F31654C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CB0642-250B-B566-FF56-78DCC6B0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2922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4F9407-F54D-9966-CD71-65BF36F7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FD1DEC-00A0-0CCF-9756-6807C1D8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24B61E-A59E-7C37-501C-7D7EF2B9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9610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894FD-6C91-0ABD-535D-969AF448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90D0B8-350D-D97E-67A5-84627932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51B586-E535-4F54-1B2D-10B6A6DDC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632D02-6A79-C49E-A0FC-AE3D3AFB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E86B03-C9D1-ED3C-724E-F5DBA95A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1F090A-F152-0394-2C69-F24BB911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6517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333D-6F31-3465-56D0-B2E066C0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5153FC-74CF-4293-6D0D-1B8CEE47B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9F103E-A25E-61F3-4650-29EA6C1BF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9FA3A2-CFA6-BBB9-7325-7C9EB899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044CCC-63B4-1561-A4F6-B884242A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311298-0691-2DB7-8FA5-2820E7C4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7650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7A9C0-1C0A-5316-CB6F-4C56FB27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AC2F58-2B0B-83AC-9E27-AB4B3FCD4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F46200-7EFC-9294-7C92-184ADF79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364D3-F0FD-0F7F-B9FC-C7915F91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E4754F-A89A-FF97-3193-34C20969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5591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0766A8B-ECF4-7F18-6120-1BB98D78A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C0054E-7732-0723-BB4C-C276C006D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9FA78C-FE77-7AA8-D01A-DBB4E159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479CA5-111E-9397-9228-45036BE7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B7D83-D3FD-C779-7C27-2ACCE229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694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6594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401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332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76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502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503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68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9DCA3-286C-1C4D-B14F-BAA229BF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65CCE9-A59A-7BE4-B783-16AA5A90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FD8CC5-E4CE-0557-8A84-204428437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94E71-7947-E24C-A88A-95794FE47FED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620D1E-10FE-EE85-F2CE-520BCC693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021EE7-AE83-DF23-44F3-A6160F6F5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A28EC-BFB9-2041-8E9F-D81455B04B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89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2059067"/>
            <a:ext cx="7381875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Культурная революция в России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3835122"/>
            <a:ext cx="7381875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Важный этап развития страны (1917-1930-е гг.). Часть социалистических преобразований. Цели: ликвидация неграмотности, развитие образования, формирование советской культуры.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686044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Предпосылки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67462" y="3045976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82775" y="3119318"/>
            <a:ext cx="335637" cy="419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185541" y="3045976"/>
            <a:ext cx="274701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Низкий уровень грамотности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85541" y="3896320"/>
            <a:ext cx="2747010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Около 70% населения неграмотно до 1917 года.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0184249" y="3045976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99561" y="3119318"/>
            <a:ext cx="335637" cy="419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002328" y="3045976"/>
            <a:ext cx="2747010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Культура для элиты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002328" y="3546634"/>
            <a:ext cx="2747010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Сосредоточена в узких кругах аристократии.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6367462" y="5639872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2775" y="5713214"/>
            <a:ext cx="335637" cy="419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185541" y="5639872"/>
            <a:ext cx="289298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Задача большевиков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85541" y="6140529"/>
            <a:ext cx="656379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Привлечение масс к культуре и знаниям.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768554"/>
            <a:ext cx="6563678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Основные направления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462" y="2845356"/>
            <a:ext cx="552212" cy="5522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7462" y="3649266"/>
            <a:ext cx="2208848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Ликвидация неграмотности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67462" y="4499610"/>
            <a:ext cx="2208848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Декрет о всеобщем обучении грамоте (1919 г.).</a:t>
            </a:r>
            <a:endParaRPr lang="en-US" sz="1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857" y="2845356"/>
            <a:ext cx="552212" cy="5522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53857" y="3649266"/>
            <a:ext cx="2208967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Развитие образования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53857" y="4499610"/>
            <a:ext cx="2208967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Обязательное начальное образование, рабфаки.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0371" y="2845356"/>
            <a:ext cx="552212" cy="5522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0371" y="3649266"/>
            <a:ext cx="2208967" cy="104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Новая советская культура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0371" y="4849297"/>
            <a:ext cx="2208967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Пропаганда коммунистических идеалов, соцреализм.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142649"/>
            <a:ext cx="7859673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Роль литературы и искусства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3471148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Литература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1063" y="4072533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Прославление труда, революции, нового человека.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81063" y="5104924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Максим Горький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81063" y="5595938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Алексей Толстой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9882" y="3471148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Кино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9882" y="4072533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Пропаганда советских ценностей.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9882" y="4702016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«Броненосец Потемкин»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9882" y="5193030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«Октябрь»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764863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Наука и техника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81063" y="2967633"/>
            <a:ext cx="2144673" cy="853083"/>
          </a:xfrm>
          <a:prstGeom prst="roundRect">
            <a:avLst>
              <a:gd name="adj" fmla="val 12395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76413" y="3172897"/>
            <a:ext cx="353973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3277433" y="3219331"/>
            <a:ext cx="1013579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Физика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51584" y="3805476"/>
            <a:ext cx="10471904" cy="15240"/>
          </a:xfrm>
          <a:prstGeom prst="roundRect">
            <a:avLst>
              <a:gd name="adj" fmla="val 693846"/>
            </a:avLst>
          </a:prstGeom>
          <a:solidFill>
            <a:srgbClr val="922022"/>
          </a:solidFill>
          <a:ln/>
        </p:spPr>
      </p:sp>
      <p:sp>
        <p:nvSpPr>
          <p:cNvPr id="7" name="Shape 5"/>
          <p:cNvSpPr/>
          <p:nvPr/>
        </p:nvSpPr>
        <p:spPr>
          <a:xfrm>
            <a:off x="881063" y="3946565"/>
            <a:ext cx="4289346" cy="853083"/>
          </a:xfrm>
          <a:prstGeom prst="roundRect">
            <a:avLst>
              <a:gd name="adj" fmla="val 12395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8689" y="4151828"/>
            <a:ext cx="353973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5422106" y="4198263"/>
            <a:ext cx="87725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Химия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96257" y="4784408"/>
            <a:ext cx="8327231" cy="15240"/>
          </a:xfrm>
          <a:prstGeom prst="roundRect">
            <a:avLst>
              <a:gd name="adj" fmla="val 693846"/>
            </a:avLst>
          </a:prstGeom>
          <a:solidFill>
            <a:srgbClr val="922022"/>
          </a:solidFill>
          <a:ln/>
        </p:spPr>
      </p:sp>
      <p:sp>
        <p:nvSpPr>
          <p:cNvPr id="11" name="Shape 9"/>
          <p:cNvSpPr/>
          <p:nvPr/>
        </p:nvSpPr>
        <p:spPr>
          <a:xfrm>
            <a:off x="881063" y="4925497"/>
            <a:ext cx="6434138" cy="853083"/>
          </a:xfrm>
          <a:prstGeom prst="roundRect">
            <a:avLst>
              <a:gd name="adj" fmla="val 12395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1085" y="5130760"/>
            <a:ext cx="353973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7566898" y="5177195"/>
            <a:ext cx="1298734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Биология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1063" y="6061710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Основы для будущих достижений. Сергей Вавилов, Павел Юдин. Научно-исследовательские институты.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811655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Итоги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1063" y="2888456"/>
            <a:ext cx="7381875" cy="1840349"/>
          </a:xfrm>
          <a:prstGeom prst="roundRect">
            <a:avLst>
              <a:gd name="adj" fmla="val 5746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8001" y="315539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Успехи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8001" y="3656052"/>
            <a:ext cx="6847999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Ликвидация неграмотности, система образования, советская культура.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881063" y="4980503"/>
            <a:ext cx="7381875" cy="1437442"/>
          </a:xfrm>
          <a:prstGeom prst="roundRect">
            <a:avLst>
              <a:gd name="adj" fmla="val 7356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8001" y="5247442"/>
            <a:ext cx="2879169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Негативные стороны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8001" y="5748099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Идеологическое давление, репрессии.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47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4747022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Вывод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5823823"/>
            <a:ext cx="128682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Важный этап в истории Советской России. Повышение уровня образования и культуры. Основа для достижений в науке и искусстве.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</Words>
  <Application>Microsoft Macintosh PowerPoint</Application>
  <PresentationFormat>Произвольный</PresentationFormat>
  <Paragraphs>50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Calibri</vt:lpstr>
      <vt:lpstr>Barlow</vt:lpstr>
      <vt:lpstr>Calibri Light</vt:lpstr>
      <vt:lpstr>Arial</vt:lpstr>
      <vt:lpstr>Barlow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Barista Newman</cp:lastModifiedBy>
  <cp:revision>2</cp:revision>
  <dcterms:created xsi:type="dcterms:W3CDTF">2025-03-24T05:32:55Z</dcterms:created>
  <dcterms:modified xsi:type="dcterms:W3CDTF">2025-03-24T05:34:09Z</dcterms:modified>
</cp:coreProperties>
</file>