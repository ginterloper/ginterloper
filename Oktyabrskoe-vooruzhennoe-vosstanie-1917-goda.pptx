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Kanit Light"/>
      <p:regular r:id="rId11"/>
    </p:embeddedFont>
    <p:embeddedFont>
      <p:font typeface="Kanit Light"/>
      <p:regular r:id="rId12"/>
    </p:embeddedFont>
    <p:embeddedFont>
      <p:font typeface="Kanit Light"/>
      <p:regular r:id="rId13"/>
    </p:embeddedFont>
    <p:embeddedFont>
      <p:font typeface="Kanit Light"/>
      <p:regular r:id="rId14"/>
    </p:embeddedFont>
    <p:embeddedFont>
      <p:font typeface="Martel Sans"/>
      <p:regular r:id="rId15"/>
    </p:embeddedFont>
    <p:embeddedFont>
      <p:font typeface="Martel Sans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Октябрьское вооруженное восстание 1917 года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Ключевое событие в истории России, начало эпохи советской власти и перестройки политического строя.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3101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285661"/>
            <a:ext cx="2760702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by Barista Newman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51159"/>
            <a:ext cx="6487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Предпосылки восстания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552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5260" y="29977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5525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Экономический и политический кризис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Участие в Первой мировой войне, ухудшение экономики.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552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56937" y="29977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55250"/>
            <a:ext cx="292774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Недовольство Временным правительством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15432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Продолжение войны, отсутствие земельных реформ, инфляция.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2500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57675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725001"/>
            <a:ext cx="37976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Популярность большевиков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21542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Лозунги: "мир, земля и хлеб", передача власти Советам.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54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Ход восстания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3443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36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Подготовка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851666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Решение о вооруженном захвате власти, создание ВРК.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04285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Захват объектов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52151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Занятие мостов, вокзалов, почты, телеграфа, электростанций.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74137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00951"/>
            <a:ext cx="31351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Штурм Зимнего дворца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19136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Арест Временного правительства, переход власти к большевикам.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46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Итоги и последствия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63547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97981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Установление власти Советов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4273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Создание Советского правительства во главе с Лениным.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63547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97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Гражданская война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8840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Борьба между красными и белыми за власть в стране.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92685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7119"/>
            <a:ext cx="4075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Радикальные преобразования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753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Национализация земли, промышленности, банков.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2025-03-20T08:59:59Z</dcterms:created>
  <dcterms:modified xsi:type="dcterms:W3CDTF">2025-03-20T08:59:59Z</dcterms:modified>
</cp:coreProperties>
</file>